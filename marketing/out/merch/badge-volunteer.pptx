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60000" cy="3312000"/>
  <p:notesSz cx="3312000" cy="21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000" y="2124000"/>
            <a:ext cx="180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2E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0000" y="2376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CC0E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Volunteer ID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2026-10-12T04:38:46Z</dcterms:created>
  <dcterms:modified xsi:type="dcterms:W3CDTF">2026-10-12T04:38:46Z</dcterms:modified>
</cp:coreProperties>
</file>