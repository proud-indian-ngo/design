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76000" cy="2196000"/>
  <p:notesSz cx="2196000" cy="3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000" y="612000"/>
            <a:ext cx="25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Your Name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24000" y="8460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8668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4000" y="1080000"/>
            <a:ext cx="252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connect@proudindian.ngo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+91 99864 31321</a:t>
            </a:r>
            <a:endParaRPr lang="en-US" sz="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0F1B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proudindian.ngo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2026-10-12T04:38:46Z</dcterms:created>
  <dcterms:modified xsi:type="dcterms:W3CDTF">2026-10-12T04:38:46Z</dcterms:modified>
</cp:coreProperties>
</file>