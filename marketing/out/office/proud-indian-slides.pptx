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Photo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1737360"/>
            <a:ext cx="60350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Title</a:t>
            </a: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411480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CC0EC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4CC0E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2286000"/>
            <a:ext cx="82296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6F2E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F6F2E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Section title</a:t>
            </a: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48640"/>
            <a:ext cx="10789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1645920"/>
            <a:ext cx="1078992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B24"/>
                </a:solidFill>
                <a:latin typeface="Geist"/>
                <a:ea typeface="Geist"/>
                <a:cs typeface="Geis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7315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2377440"/>
            <a:ext cx="56692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B24"/>
                </a:solidFill>
                <a:latin typeface="Geist"/>
                <a:ea typeface="Geist"/>
                <a:cs typeface="Geis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192024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3383280"/>
            <a:ext cx="5943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Contact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B24"/>
                </a:solidFill>
                <a:latin typeface="Geist"/>
                <a:ea typeface="Geist"/>
                <a:cs typeface="Geis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17373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Side by side since 2019.</a:t>
            </a: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update for supporters and partners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13232" y="22860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6F2E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we did this year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3232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0E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48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ways we show up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164592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Teach: weekend learning sessions and the Math Challenge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Feed: nutrition drives and health check-ups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Paint: Kalakriti, our yearly festival of arts and culture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Connect: Gift a Smile, clean-ups and community days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B24"/>
                </a:solidFill>
                <a:latin typeface="Geist"/>
                <a:ea typeface="Geist"/>
                <a:cs typeface="Geis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7315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full day of arts and culture.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23774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Kalakriti 3.0: 500 children, 8 events, 200 volunteers.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B24"/>
                </a:solidFill>
                <a:latin typeface="Geist"/>
                <a:ea typeface="Geist"/>
                <a:cs typeface="Geis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1920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33832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connect@proudindian.ngo · +91 99864 31321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proudindian.ngo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Proud Indian slides</dc:title>
  <dc:subject>PptxGenJS Presentation</dc:subject>
  <dc:creator>PptxGenJS</dc:creator>
  <cp:lastModifiedBy>PptxGenJS</cp:lastModifiedBy>
  <cp:revision>1</cp:revision>
  <dcterms:created xsi:type="dcterms:W3CDTF">2026-10-12T04:38:46Z</dcterms:created>
  <dcterms:modified xsi:type="dcterms:W3CDTF">2026-10-12T04:38:46Z</dcterms:modified>
</cp:coreProperties>
</file>